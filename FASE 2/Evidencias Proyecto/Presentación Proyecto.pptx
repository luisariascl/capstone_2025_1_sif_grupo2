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Source Code Pr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coNXIiHk556Pz2dPBDXWYe9of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SourceCodePro-regular.fntdata"/><Relationship Id="rId21" Type="http://schemas.openxmlformats.org/officeDocument/2006/relationships/slide" Target="slides/slide17.xml"/><Relationship Id="rId24" Type="http://schemas.openxmlformats.org/officeDocument/2006/relationships/font" Target="fonts/SourceCodePro-italic.fntdata"/><Relationship Id="rId23" Type="http://schemas.openxmlformats.org/officeDocument/2006/relationships/font" Target="fonts/SourceCodePr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71b7a3b8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71b7a3b8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71b028d96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71b028d9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Matías Bello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Diseñador y  QA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Pedro San </a:t>
              </a:r>
              <a:r>
                <a:rPr lang="es-MX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Martín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 técnico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de requerimientos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Fernando Arias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MX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Arquitecto de software y Desarrollador.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falta  visibilidad, control y eficiencia operativa en la gestión de vehículos y recursos logísticos.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Nuestra solución es el </a:t>
            </a:r>
            <a:r>
              <a:rPr b="1"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Integral de Flotas (SIF)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una plataforma tecnológica única y centralizada que devuelve el control total de la operación a los gestores de flota.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3759280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-Desarrollar un sistema de gestión de flotas para vehículos terrestres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514674"/>
            <a:ext cx="10962968" cy="21357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85% de los conductores y administradores estarán capacitados y serán capaces de usar el sistema en las </a:t>
            </a: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primeras 13 semanas.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Conseguir que el 95% de los activos involucrados en el software estén registrados en el sistema en las primeras </a:t>
            </a: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  semanas.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Disminuir en un 20% el tiempo de inactividad de la flota dentro de los </a:t>
            </a: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primeros nueve meses del proyecto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asegurando una mayor disponibilidad operativa de los vehículos.</a:t>
            </a:r>
            <a:endParaRPr/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5"/>
          <p:cNvSpPr txBox="1"/>
          <p:nvPr/>
        </p:nvSpPr>
        <p:spPr>
          <a:xfrm>
            <a:off x="5597372" y="2067915"/>
            <a:ext cx="6730815" cy="3585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br>
              <a:rPr b="0" i="0" lang="es-MX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r>
              <a:rPr b="1"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incluye un módulo de gestión de inventario de repuestos para el taller.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realiza optimización automática de rutas (cálculo de la ruta más eficiente).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módulos financieros o contables (facturación, etc.).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integra con sistemas ERP de terceros en esta versión.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MX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MX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236631" y="3171929"/>
            <a:ext cx="507888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Módulo Central de Mantenimiento</a:t>
            </a:r>
            <a:r>
              <a:rPr b="0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Sistema avanzado para la Planificación Preventiva y gestión de Órdenes de Trabajo (OT) digitales.</a:t>
            </a:r>
            <a:endParaRPr/>
          </a:p>
          <a:p>
            <a:pPr indent="-171450" lvl="0" marL="17145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Módulo de Monitoreo y Operaciones</a:t>
            </a:r>
            <a:r>
              <a:rPr b="0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Asignación de recorridos y mapa de seguimiento en tiempo real como soporte a la gestión.</a:t>
            </a:r>
            <a:endParaRPr/>
          </a:p>
          <a:p>
            <a:pPr indent="-171450" lvl="0" marL="17145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Módulo de Gestión de Activos</a:t>
            </a:r>
            <a:r>
              <a:rPr b="0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CRUD completo para Vehículos, Rutas y Usuarios.</a:t>
            </a:r>
            <a:endParaRPr/>
          </a:p>
          <a:p>
            <a:pPr indent="-171450" lvl="0" marL="171450" marR="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Módulo de Reportes de Campo</a:t>
            </a:r>
            <a:r>
              <a:rPr b="0" i="0" lang="es-MX" sz="1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Registro de combustible y siniestros a través de vistas móviles dedicadas.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1926637" y="2588715"/>
            <a:ext cx="61640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6"/>
          <p:cNvSpPr txBox="1"/>
          <p:nvPr/>
        </p:nvSpPr>
        <p:spPr>
          <a:xfrm>
            <a:off x="753979" y="2753613"/>
            <a:ext cx="10635916" cy="301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¿Qué es la metodología en cascada?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strike="noStrike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Por qué elegimos una metodología tradicional en cascada?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MX" sz="2000" u="none" strike="noStrik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¿Cuáles son las ventajas de la metodología en cascada sobre otras metodologías?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todología Waterfall | Cómo aplicar la gestión de proyectos en cascada" id="146" name="Google Shape;146;p6"/>
          <p:cNvPicPr preferRelativeResize="0"/>
          <p:nvPr/>
        </p:nvPicPr>
        <p:blipFill rotWithShape="1">
          <a:blip r:embed="rId4">
            <a:alphaModFix/>
          </a:blip>
          <a:srcRect b="61116" l="54465" r="4793" t="17574"/>
          <a:stretch/>
        </p:blipFill>
        <p:spPr>
          <a:xfrm>
            <a:off x="7063972" y="5284865"/>
            <a:ext cx="4678136" cy="1461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áfico de cascada - Iconos gratis de negocios y finanzas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55273" y="6023378"/>
            <a:ext cx="834622" cy="834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1" y="738260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4670" y="1650579"/>
            <a:ext cx="5862660" cy="4999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-278441" y="992902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Arquitectura 4 + 1</a:t>
            </a:r>
            <a:endParaRPr/>
          </a:p>
        </p:txBody>
      </p:sp>
      <p:cxnSp>
        <p:nvCxnSpPr>
          <p:cNvPr id="164" name="Google Shape;164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5" name="Google Shape;16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4113" y="2109090"/>
            <a:ext cx="5676157" cy="454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0" name="Google Shape;170;g3671b7a3b85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671b7a3b85_0_6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671b7a3b85_0_6"/>
          <p:cNvSpPr txBox="1"/>
          <p:nvPr/>
        </p:nvSpPr>
        <p:spPr>
          <a:xfrm>
            <a:off x="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3" name="Google Shape;173;g3671b7a3b85_0_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4" name="Google Shape;174;g3671b7a3b85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6705"/>
            <a:ext cx="11887201" cy="5087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 txBox="1"/>
          <p:nvPr/>
        </p:nvSpPr>
        <p:spPr>
          <a:xfrm>
            <a:off x="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82" name="Google Shape;182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3" name="Google Shape;18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25" y="1309875"/>
            <a:ext cx="12110475" cy="543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8" name="Google Shape;1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1" name="Google Shape;191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2" name="Google Shape;19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841" y="1860926"/>
            <a:ext cx="4628146" cy="4628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0202" y="2303617"/>
            <a:ext cx="5429957" cy="4185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8" name="Google Shape;1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 txBox="1"/>
          <p:nvPr/>
        </p:nvSpPr>
        <p:spPr>
          <a:xfrm>
            <a:off x="0" y="608181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396" y="1558096"/>
            <a:ext cx="5447257" cy="517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8349" y="1558094"/>
            <a:ext cx="5537210" cy="517927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8" name="Google Shape;208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30" y="717829"/>
            <a:ext cx="10953939" cy="51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671b028d96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613" y="0"/>
            <a:ext cx="10642424" cy="32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671b028d96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200" y="3280975"/>
            <a:ext cx="3851699" cy="349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671b028d96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2575" y="3202325"/>
            <a:ext cx="1684550" cy="3577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671b028d96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52075" y="3280975"/>
            <a:ext cx="1684551" cy="349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508907" y="2996115"/>
            <a:ext cx="4857070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 en la Interfaz de Mapas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la renderización de un alto volumen de marcadores y rutas en Leaflet.js para garantizar una experiencia de usuario fluida y receptiva.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5941384" y="2996115"/>
            <a:ext cx="6094638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Priorización Estratégica del Alcance: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y priorizar las funcionalidades más críticas para desarrollar un MVP de alto valor.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1" name="Google Shape;2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4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8" name="Google Shape;2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“SISTEMA INTEGRAL DE FLOTA”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